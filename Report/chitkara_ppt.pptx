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0" r:id="rId7"/>
    <p:sldId id="269" r:id="rId8"/>
    <p:sldId id="273" r:id="rId9"/>
    <p:sldId id="274" r:id="rId10"/>
    <p:sldId id="275" r:id="rId11"/>
    <p:sldId id="276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498" y="24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narula" userId="a35e456f8704821e" providerId="LiveId" clId="{86A9B948-49A6-4220-BE16-C541C6E5CF11}"/>
    <pc:docChg chg="modSld">
      <pc:chgData name="sanjay narula" userId="a35e456f8704821e" providerId="LiveId" clId="{86A9B948-49A6-4220-BE16-C541C6E5CF11}" dt="2026-05-13T06:41:43.662" v="65" actId="20577"/>
      <pc:docMkLst>
        <pc:docMk/>
      </pc:docMkLst>
      <pc:sldChg chg="modSp mod">
        <pc:chgData name="sanjay narula" userId="a35e456f8704821e" providerId="LiveId" clId="{86A9B948-49A6-4220-BE16-C541C6E5CF11}" dt="2026-05-13T06:41:43.662" v="65" actId="20577"/>
        <pc:sldMkLst>
          <pc:docMk/>
          <pc:sldMk cId="0" sldId="256"/>
        </pc:sldMkLst>
        <pc:spChg chg="mod">
          <ac:chgData name="sanjay narula" userId="a35e456f8704821e" providerId="LiveId" clId="{86A9B948-49A6-4220-BE16-C541C6E5CF11}" dt="2026-05-13T06:41:43.662" v="65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 panose="02020603050405020304"/>
              </a:rPr>
              <a:t>5/13/2026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-68826" y="841248"/>
            <a:ext cx="9144000" cy="587418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Autonomous Neuromorphic Underwater Coral Restoration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alt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Subham Das              221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0992411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Shivaanjay Narula     2210992302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         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Shivansh Bhatia 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  </a:t>
            </a: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2210992319		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Shikha Tuteja</a:t>
            </a:r>
            <a:b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2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48590" y="1109980"/>
            <a:ext cx="8853805" cy="490283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intelligent autonomous underwater system that protects and restores coral reef ecosystems through real-time AI-driven detection and restoration technology.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smart, energy-efficient, and fully autonomous coral restoration platform that simplifies underwater coral monitoring and enables immediate on-site rehabilitation with minimal human intervention.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Presence: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strong technological and research-driven presence in marine conservation by integrating AI, neuromorphic computing, and autonomous robotics for sustainable coral ecosystem preservation.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152640" y="1552195"/>
            <a:ext cx="8838720" cy="423900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Visibility: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coral monitoring systems depend on human analysis and manual diver-based restoration, making the process slow and inefficient.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Acquisition Costs: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frame-based imaging systems require continuous data transmission, cloud processing, and high computational power, increasing operational expenses and power consumption.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Donation Processes: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coral rehabilitation methods involve multiple stages such as image capture, remote analysis, and manual deployment, causing delays and reducing restoration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72720" y="1109980"/>
            <a:ext cx="8829675" cy="506603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Marine Restoration Platform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Designed for large-scale coral reef monitoring and restoration with minimal human intervention.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Coral Detection: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an event-driven camera and Spiking Neural Network (SNN) to identify damaged or decomposed coral regions in real time.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Restoration Mechanism: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indexed X–Y gantry system enables precise and controlled deployment of coral restoration pods at targeted reef locations.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Validation: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continuously scans underwater environments, validates coral health conditions, and stores restoration data for future analysis and tracking.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Global Marine Conservation Support: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designed to support long-duration autonomous underwater missions and large-scale coral ecosystem preservation initiatives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353"/>
            <a:ext cx="5486040" cy="914040"/>
          </a:xfrm>
        </p:spPr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Shape 2"/>
          <p:cNvSpPr txBox="1"/>
          <p:nvPr/>
        </p:nvSpPr>
        <p:spPr>
          <a:xfrm>
            <a:off x="163830" y="1109980"/>
            <a:ext cx="8838565" cy="534987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Autonomous Architecture: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combines coral detection, AI-based analysis, decision-making, and restoration deployment into a single unified underwater platform for seamless operation.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and User-Oriented Processing: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Event-driven vision sensing and on-device neuromorphic processing reduce computational load, power consumption, and system latency for efficient real-time performance.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Intelligent Processing: 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Spiking Neural Networks (SNN) with embedded microcontrollers enables fast coral health classification and adaptive restoration decision-making.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Communication and Monitoring:</a:t>
            </a:r>
            <a:r>
              <a:rPr lang="en-US" alt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supports onboard data logging and optional communication with external monitoring systems for restoration tracking, underwater mapping, and future research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Techniques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152640" y="1011419"/>
            <a:ext cx="8838720" cy="562535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Processing Framework:</a:t>
            </a: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built using an event-driven vision architecture integrated with a Spiking Neural Network (SNN) for fast and energy-efficient underwater coral analysis.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Control System:</a:t>
            </a: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ESP32/STM32 microcontrollers are used for autonomous control, sensor integration, decision-making, and restoration pod deployment operations.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and Communication Integration: </a:t>
            </a: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integrates event-driven cameras, IMU sensors, depth sensors, turbidity sensors, and optional underwater communication modules for accurate environmental monitoring and real-time operation.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Functional Modules Include: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underwater coral scanning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coral health classification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decision-making system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X–Y indexed gantry pod deployment mechanism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Coral spawning and egg sensing module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Restoration logging and mapping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3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Marine Conservation Support: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enables continuous and scalable coral reef restoration, supporting global marine ecosystem preservation efforts.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and Cost Efficiency: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Event-driven sensing and neuromorphic processing significantly reduce computational requirements, bandwidth usage, and operational costs compared to traditional underwater monitoring systems.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Accurate Restoration: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maintains restoration logs, treated-location memory, and deployment records to ensure reliable and traceable coral rehabilitation operations.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and Real-Time Responsiveness: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AI processing minimizes latency and enables fast underwater decision-making, allowing immediate coral restoration without dependence on remote cloud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Shape 2"/>
          <p:cNvSpPr txBox="1"/>
          <p:nvPr/>
        </p:nvSpPr>
        <p:spPr>
          <a:xfrm>
            <a:off x="164008" y="1109742"/>
            <a:ext cx="8979992" cy="557452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and Technologies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Event-Driven Vision Systems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Spiking Neural Networks (SNN)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ESP32 / STM32 Microcontrollers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Underwater Robotics and Sensors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X–Y Gantry Deployment System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Coral Reef Monitoring Technologies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Coral Detection</a:t>
            </a: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Coral Classification</a:t>
            </a: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Pod Deployment</a:t>
            </a:r>
          </a:p>
          <a:p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Restoration Logging and Monitoring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9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4A62A602-78C1-468C-BB25-57CD481DB741}">
  <ds:schemaRefs/>
</ds:datastoreItem>
</file>

<file path=customXml/itemProps3.xml><?xml version="1.0" encoding="utf-8"?>
<ds:datastoreItem xmlns:ds="http://schemas.openxmlformats.org/officeDocument/2006/customXml" ds:itemID="{737ED6F0-5E4C-4CD0-9B68-9C53F925A6F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766</Words>
  <Application>Microsoft Office PowerPoint</Application>
  <PresentationFormat>On-screen Show (4:3)</PresentationFormat>
  <Paragraphs>71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Project Scope</vt:lpstr>
      <vt:lpstr>Methodology</vt:lpstr>
      <vt:lpstr>Tools &amp; Techniques</vt:lpstr>
      <vt:lpstr>Expected Outcomes &amp; Benefits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sanjay narula</cp:lastModifiedBy>
  <cp:revision>2300</cp:revision>
  <dcterms:created xsi:type="dcterms:W3CDTF">2010-04-09T07:36:00Z</dcterms:created>
  <dcterms:modified xsi:type="dcterms:W3CDTF">2026-05-13T06:41:53Z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D9CAF9EE9947415FABA2DDAA45683E48_13</vt:lpwstr>
  </property>
  <property fmtid="{D5CDD505-2E9C-101B-9397-08002B2CF9AE}" pid="15" name="KSOProductBuildVer">
    <vt:lpwstr>1033-12.1.0.25862</vt:lpwstr>
  </property>
</Properties>
</file>